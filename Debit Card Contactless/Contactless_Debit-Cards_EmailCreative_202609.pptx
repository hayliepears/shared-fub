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7" r:id="rId5"/>
    <p:sldId id="262" r:id="rId6"/>
    <p:sldId id="263" r:id="rId7"/>
    <p:sldId id="264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D74"/>
    <a:srgbClr val="8CA6C2"/>
    <a:srgbClr val="004B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937EE-8B92-0442-8B8D-FBAA2F1CD9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DD0EF-E65C-DA4B-B487-E1A50B052B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04BB5-AE2D-4740-A42A-1F913F619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23977-9FDB-EB4A-88B5-D56D31065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07C9E-383B-764B-B8F3-17182860B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728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038E0-6DE7-3246-B712-18B6D3C2A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FEB989-A534-3B44-80A5-97C4C3FDD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0FD12-B998-8A4C-A512-EEC8D6B51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71AAB7-ED1A-7F41-9F0D-63F793E97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913024-9F45-B14F-8BE4-153CAB4A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2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C393E-4BEE-BD46-B882-DC70C9B90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37E35E-7880-034A-87AC-A8715CDE9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C17E72-FF49-1E4B-A15A-DCD7B1EF04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77250B-4260-1E44-88CB-A532D9F0E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C4AC22-610F-0F44-A549-9EC2D99D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185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B0E04-80DA-8645-A151-92D7BC92E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F4483-26D0-FB4B-9813-0FA28FCEDF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598F5-81B4-BC46-84FD-CCA2BC8706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64C950-4A5E-A14D-8382-7AF575DE9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021B6-A76A-8447-976C-8C9B0F314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166C09-36D1-A442-8B12-996271792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265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EDE3F-E104-0F43-9CFF-17F2C2EDA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DBB217-4892-C54A-9128-FFC6397F01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8215C5-13A5-4F40-A8EB-14588577CA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9E3985-8BE9-9B4E-81C0-71901BB3B2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743A6C-AD16-7848-A0D3-2043D5E11F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D11C13-25E5-724E-9ADA-4401C937D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A7A30B-2370-4449-8A4D-10A2E1082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F81E85-D383-B54D-A670-E5FC63257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55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025D3-4A9D-224D-A315-59C78A881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BE1E0F-AE84-C445-9BFA-980C724C7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383516-66A8-584E-87CA-919879F1A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5E1100-B4FA-DB40-8900-A3A87D50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54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96244-7B9F-1043-B3ED-C0357633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36D16D-968F-2F48-9B5D-CD26C2A5A3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7F6E3-2443-4C48-9E57-8B0F6F9ED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696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6EC40-6547-6D4E-A2DE-AE3A97120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03E8B-1901-D944-9E73-6528A55E41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45A351-40B7-F144-BFBB-2FCC92CAF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074AF-CA6B-5541-9379-9C1AA590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44B916-2AAD-F849-BD11-CE2AEC29E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A2CCA-5DB3-4A4B-9414-6BBCAB3D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271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8F0E3-28EB-EA41-8E01-140023EF8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E7D51DB-A52A-7A42-ABBA-1A1D9066AD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3396DE-A594-EF46-AE52-11AE371110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3B9754-D4C7-D04A-A2D9-7BD6C4312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7D13E4-E25D-1942-AB1C-15420B7B9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8E280-C706-7C43-A766-A80F448E4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384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186B7-4ED3-4F47-B23E-C49001285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45A19D-1504-0042-AF68-64D5703F21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9737C-0972-0A4E-A2E9-276461264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80F45-2A9C-D942-BCE9-8E72FBF3A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69BEBD-CC5B-6B4F-ABD8-B3279BFB8A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7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62358B-2E77-E542-8848-7A615E1F2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4C4B6-0688-C446-9286-B7E096708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2DDC9-0F55-B749-B9EE-9B0D5268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9FCE23-751E-B148-B9EF-110D5C6D1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63ABED-48EB-4543-BCA2-BE4E6C67A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22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DE65DE4-7F79-FA49-8320-D14D81DBB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4A1D2E-262F-6045-A10C-5A6AC63A98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824307-B29A-9448-B67E-0CD0C7F5B3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73592E-0B47-9049-9F39-47FF5163BFE5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F949E-6919-C64C-BFDF-9E14AEA83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8C932-0B94-ED4A-84ED-45B01C019F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78C27-92AF-E04B-B1F8-77BD2A9AEF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570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firstunitedbank.sharepoint.com/:f:/s/MarketingInnovation/IgCyH6ke5PxlRJE-MhN-lY73ASN22UL0meYfTqjGOh90QK4?e=qWPhU3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hape, arrow&#10;&#10;Description automatically generated">
            <a:extLst>
              <a:ext uri="{FF2B5EF4-FFF2-40B4-BE49-F238E27FC236}">
                <a16:creationId xmlns:a16="http://schemas.microsoft.com/office/drawing/2014/main" id="{9EBF8E71-DDEF-2943-BED0-422BE4AC4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5203" y="2551670"/>
            <a:ext cx="1481594" cy="17155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EFB5AF-F09E-2145-A266-079FD1C3DEB0}"/>
              </a:ext>
            </a:extLst>
          </p:cNvPr>
          <p:cNvSpPr txBox="1"/>
          <p:nvPr/>
        </p:nvSpPr>
        <p:spPr>
          <a:xfrm>
            <a:off x="3372057" y="3002032"/>
            <a:ext cx="54478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82D74"/>
                </a:solidFill>
                <a:latin typeface="Helvetica" pitchFamily="2" charset="0"/>
              </a:rPr>
              <a:t>Contactless Debit Cards</a:t>
            </a:r>
          </a:p>
        </p:txBody>
      </p:sp>
    </p:spTree>
    <p:extLst>
      <p:ext uri="{BB962C8B-B14F-4D97-AF65-F5344CB8AC3E}">
        <p14:creationId xmlns:p14="http://schemas.microsoft.com/office/powerpoint/2010/main" val="11473826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8CD6F62-5E80-974A-AE5E-FD0C904D7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25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2A201D7-8078-ACD1-3807-78C7670C9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481" y="0"/>
            <a:ext cx="4648519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FAFF43-C06B-62A5-C189-785319E00B19}"/>
              </a:ext>
            </a:extLst>
          </p:cNvPr>
          <p:cNvSpPr txBox="1"/>
          <p:nvPr/>
        </p:nvSpPr>
        <p:spPr>
          <a:xfrm>
            <a:off x="1381286" y="2982724"/>
            <a:ext cx="43338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8CA6C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EMAIL 1</a:t>
            </a:r>
          </a:p>
          <a:p>
            <a:r>
              <a:rPr lang="en-US" sz="2800" b="1" dirty="0">
                <a:solidFill>
                  <a:srgbClr val="082D7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Debit card is in transit</a:t>
            </a:r>
          </a:p>
        </p:txBody>
      </p:sp>
    </p:spTree>
    <p:extLst>
      <p:ext uri="{BB962C8B-B14F-4D97-AF65-F5344CB8AC3E}">
        <p14:creationId xmlns:p14="http://schemas.microsoft.com/office/powerpoint/2010/main" val="1405839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C908F3D-C01C-AF4C-8FDF-8014857C4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25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D0237C9-3E3B-04EA-4C46-43C6F1D76C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548" y="-76200"/>
            <a:ext cx="5798452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D830E16-844C-D8CD-2381-AF25593E9320}"/>
              </a:ext>
            </a:extLst>
          </p:cNvPr>
          <p:cNvSpPr txBox="1"/>
          <p:nvPr/>
        </p:nvSpPr>
        <p:spPr>
          <a:xfrm>
            <a:off x="1381286" y="2982724"/>
            <a:ext cx="43338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8CA6C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EMAIL 2</a:t>
            </a:r>
          </a:p>
          <a:p>
            <a:r>
              <a:rPr lang="en-US" sz="2800" b="1" dirty="0">
                <a:solidFill>
                  <a:srgbClr val="082D7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Try out Tap-to-Pay</a:t>
            </a:r>
          </a:p>
        </p:txBody>
      </p:sp>
    </p:spTree>
    <p:extLst>
      <p:ext uri="{BB962C8B-B14F-4D97-AF65-F5344CB8AC3E}">
        <p14:creationId xmlns:p14="http://schemas.microsoft.com/office/powerpoint/2010/main" val="1370533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82D453-8B91-4047-B449-8C08F9362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025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82A64A-9CF5-D964-BBD1-912A2D953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6001" y="0"/>
            <a:ext cx="6255999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362EC4-D4FE-A240-6FE9-1915929AF5B2}"/>
              </a:ext>
            </a:extLst>
          </p:cNvPr>
          <p:cNvSpPr txBox="1"/>
          <p:nvPr/>
        </p:nvSpPr>
        <p:spPr>
          <a:xfrm>
            <a:off x="1381286" y="2982724"/>
            <a:ext cx="433387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8CA6C2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EMAIL 3</a:t>
            </a:r>
          </a:p>
          <a:p>
            <a:r>
              <a:rPr lang="en-US" sz="2800" b="1" dirty="0">
                <a:solidFill>
                  <a:srgbClr val="082D74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Add to a Digital Wallet</a:t>
            </a:r>
          </a:p>
        </p:txBody>
      </p:sp>
    </p:spTree>
    <p:extLst>
      <p:ext uri="{BB962C8B-B14F-4D97-AF65-F5344CB8AC3E}">
        <p14:creationId xmlns:p14="http://schemas.microsoft.com/office/powerpoint/2010/main" val="160886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60E99B-507E-674A-923A-6796A44A0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70083"/>
            <a:ext cx="12192000" cy="687917"/>
          </a:xfrm>
          <a:prstGeom prst="rect">
            <a:avLst/>
          </a:prstGeom>
        </p:spPr>
      </p:pic>
      <p:sp>
        <p:nvSpPr>
          <p:cNvPr id="2" name="Rectangle: Rounded Corners 1">
            <a:hlinkClick r:id="rId3"/>
            <a:extLst>
              <a:ext uri="{FF2B5EF4-FFF2-40B4-BE49-F238E27FC236}">
                <a16:creationId xmlns:a16="http://schemas.microsoft.com/office/drawing/2014/main" id="{FF322055-B093-CDF9-D37E-A77730229EC8}"/>
              </a:ext>
            </a:extLst>
          </p:cNvPr>
          <p:cNvSpPr/>
          <p:nvPr/>
        </p:nvSpPr>
        <p:spPr>
          <a:xfrm>
            <a:off x="3724275" y="2741083"/>
            <a:ext cx="4762500" cy="687917"/>
          </a:xfrm>
          <a:prstGeom prst="roundRect">
            <a:avLst/>
          </a:prstGeom>
          <a:solidFill>
            <a:srgbClr val="082D74"/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SharePoint Folder</a:t>
            </a:r>
          </a:p>
        </p:txBody>
      </p:sp>
    </p:spTree>
    <p:extLst>
      <p:ext uri="{BB962C8B-B14F-4D97-AF65-F5344CB8AC3E}">
        <p14:creationId xmlns:p14="http://schemas.microsoft.com/office/powerpoint/2010/main" val="80328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rst United PowerPoint Template with Elements Wide Screen 2025" id="{0E05C807-93C6-47D8-81F0-F0273B035D47}" vid="{D06D9AFD-7747-4A5C-87D5-6ED23BF2886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668cb59483c4fb59c531d9e76b440c8 xmlns="13097817-0f00-480c-a59b-4690232e5dde">
      <Terms xmlns="http://schemas.microsoft.com/office/infopath/2007/PartnerControls"/>
    </l668cb59483c4fb59c531d9e76b440c8>
    <l666b187626f44a299a5a170933a6887 xmlns="13097817-0f00-480c-a59b-4690232e5dde">
      <Terms xmlns="http://schemas.microsoft.com/office/infopath/2007/PartnerControls"/>
    </l666b187626f44a299a5a170933a6887>
    <OwlDocPortalDescription xmlns="13097817-0f00-480c-a59b-4690232e5dde" xsi:nil="true"/>
    <lcf76f155ced4ddcb4097134ff3c332f xmlns="0f0344ca-c85f-484a-9a12-376f62c230dc">
      <Terms xmlns="http://schemas.microsoft.com/office/infopath/2007/PartnerControls"/>
    </lcf76f155ced4ddcb4097134ff3c332f>
    <IconOverlay xmlns="http://schemas.microsoft.com/sharepoint/v4" xsi:nil="true"/>
    <k02c373610ca4a609edb48aaf6276a34 xmlns="13097817-0f00-480c-a59b-4690232e5dde">
      <Terms xmlns="http://schemas.microsoft.com/office/infopath/2007/PartnerControls"/>
    </k02c373610ca4a609edb48aaf6276a34>
    <TaxCatchAll xmlns="13097817-0f00-480c-a59b-4690232e5dde" xsi:nil="true"/>
    <n4ccdd0dbfe248018811353872e0dace xmlns="13097817-0f00-480c-a59b-4690232e5dde">
      <Terms xmlns="http://schemas.microsoft.com/office/infopath/2007/PartnerControls"/>
    </n4ccdd0dbfe248018811353872e0dace>
    <OwlReviewExpiryDate xmlns="a730e9b1-eeee-4439-af08-5fae092444ea" xsi:nil="true"/>
    <ha5622fd9c44415785192be549e96d49 xmlns="13097817-0f00-480c-a59b-4690232e5dde">
      <Terms xmlns="http://schemas.microsoft.com/office/infopath/2007/PartnerControls"/>
    </ha5622fd9c44415785192be549e96d49>
    <j0ccce61629c4cd097b145fdae3cf909 xmlns="13097817-0f00-480c-a59b-4690232e5dde">
      <Terms xmlns="http://schemas.microsoft.com/office/infopath/2007/PartnerControls"/>
    </j0ccce61629c4cd097b145fdae3cf909>
    <DocumentType xmlns="0f0344ca-c85f-484a-9a12-376f62c230d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Intranet Document" ma:contentTypeID="0x01010098009688F1C46A489AEF2469C04FEE4B0100C68A4C083CDDE44D90D89C8D0B958650" ma:contentTypeVersion="32" ma:contentTypeDescription="This is the Document Base content type used in the Document Portal" ma:contentTypeScope="" ma:versionID="89ebc489e196fe71682237f57f1dad93">
  <xsd:schema xmlns:xsd="http://www.w3.org/2001/XMLSchema" xmlns:xs="http://www.w3.org/2001/XMLSchema" xmlns:p="http://schemas.microsoft.com/office/2006/metadata/properties" xmlns:ns2="13097817-0f00-480c-a59b-4690232e5dde" xmlns:ns3="a730e9b1-eeee-4439-af08-5fae092444ea" xmlns:ns4="0f0344ca-c85f-484a-9a12-376f62c230dc" xmlns:ns5="http://schemas.microsoft.com/sharepoint/v4" xmlns:ns6="fa278596-3e75-4463-b823-c6fa04269bdb" targetNamespace="http://schemas.microsoft.com/office/2006/metadata/properties" ma:root="true" ma:fieldsID="a6f26001548e2369a0fed9178b197d8b" ns2:_="" ns3:_="" ns4:_="" ns5:_="" ns6:_="">
    <xsd:import namespace="13097817-0f00-480c-a59b-4690232e5dde"/>
    <xsd:import namespace="a730e9b1-eeee-4439-af08-5fae092444ea"/>
    <xsd:import namespace="0f0344ca-c85f-484a-9a12-376f62c230dc"/>
    <xsd:import namespace="http://schemas.microsoft.com/sharepoint/v4"/>
    <xsd:import namespace="fa278596-3e75-4463-b823-c6fa04269bdb"/>
    <xsd:element name="properties">
      <xsd:complexType>
        <xsd:sequence>
          <xsd:element name="documentManagement">
            <xsd:complexType>
              <xsd:all>
                <xsd:element ref="ns2:OwlDocPortalDescription" minOccurs="0"/>
                <xsd:element ref="ns2:k02c373610ca4a609edb48aaf6276a34" minOccurs="0"/>
                <xsd:element ref="ns2:TaxCatchAll" minOccurs="0"/>
                <xsd:element ref="ns2:TaxCatchAllLabel" minOccurs="0"/>
                <xsd:element ref="ns2:j0ccce61629c4cd097b145fdae3cf909" minOccurs="0"/>
                <xsd:element ref="ns2:n4ccdd0dbfe248018811353872e0dace" minOccurs="0"/>
                <xsd:element ref="ns2:l666b187626f44a299a5a170933a6887" minOccurs="0"/>
                <xsd:element ref="ns2:l668cb59483c4fb59c531d9e76b440c8" minOccurs="0"/>
                <xsd:element ref="ns2:ha5622fd9c44415785192be549e96d49" minOccurs="0"/>
                <xsd:element ref="ns3:OwlReviewExpiryDate" minOccurs="0"/>
                <xsd:element ref="ns4:MediaServiceMetadata" minOccurs="0"/>
                <xsd:element ref="ns4:MediaServiceFastMetadata" minOccurs="0"/>
                <xsd:element ref="ns4:DocumentType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  <xsd:element ref="ns4:MediaServiceDateTaken" minOccurs="0"/>
                <xsd:element ref="ns4:lcf76f155ced4ddcb4097134ff3c332f" minOccurs="0"/>
                <xsd:element ref="ns4:MediaLengthInSeconds" minOccurs="0"/>
                <xsd:element ref="ns5:IconOverlay" minOccurs="0"/>
                <xsd:element ref="ns6:SharedWithUsers" minOccurs="0"/>
                <xsd:element ref="ns6:SharedWithDetails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097817-0f00-480c-a59b-4690232e5dde" elementFormDefault="qualified">
    <xsd:import namespace="http://schemas.microsoft.com/office/2006/documentManagement/types"/>
    <xsd:import namespace="http://schemas.microsoft.com/office/infopath/2007/PartnerControls"/>
    <xsd:element name="OwlDocPortalDescription" ma:index="8" nillable="true" ma:displayName="Document Description" ma:internalName="OwlDocPortalDescription">
      <xsd:simpleType>
        <xsd:restriction base="dms:Note">
          <xsd:maxLength value="255"/>
        </xsd:restriction>
      </xsd:simpleType>
    </xsd:element>
    <xsd:element name="k02c373610ca4a609edb48aaf6276a34" ma:index="9" nillable="true" ma:taxonomy="true" ma:internalName="k02c373610ca4a609edb48aaf6276a34" ma:taxonomyFieldName="OwlDocPortalCategory" ma:displayName="Document Category" ma:default="" ma:fieldId="{402c3736-10ca-4a60-9edb-48aaf6276a34}" ma:sspId="f09ba307-9b72-42df-9c5a-238d93d06413" ma:termSetId="3dca178c-cc05-4d35-ab75-b79e4d546b4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8f793d21-cb55-4eff-a9a7-8f4137ba2098}" ma:internalName="TaxCatchAll" ma:showField="CatchAllData" ma:web="13097817-0f00-480c-a59b-4690232e5d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1" nillable="true" ma:displayName="Taxonomy Catch All Column1" ma:hidden="true" ma:list="{8f793d21-cb55-4eff-a9a7-8f4137ba2098}" ma:internalName="TaxCatchAllLabel" ma:readOnly="true" ma:showField="CatchAllDataLabel" ma:web="13097817-0f00-480c-a59b-4690232e5dd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0ccce61629c4cd097b145fdae3cf909" ma:index="13" nillable="true" ma:taxonomy="true" ma:internalName="j0ccce61629c4cd097b145fdae3cf909" ma:taxonomyFieldName="OwlContentTargetOptionsOne" ma:displayName="Target by Location" ma:readOnly="false" ma:default="" ma:fieldId="{30ccce61-629c-4cd0-97b1-45fdae3cf909}" ma:taxonomyMulti="true" ma:sspId="f09ba307-9b72-42df-9c5a-238d93d06413" ma:termSetId="6211bc64-370d-49c9-8d8d-ede0aed7117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n4ccdd0dbfe248018811353872e0dace" ma:index="15" nillable="true" ma:taxonomy="true" ma:internalName="n4ccdd0dbfe248018811353872e0dace" ma:taxonomyFieldName="OwlContentTargetOptionsTwo" ma:displayName="Target My Apps" ma:readOnly="false" ma:default="" ma:fieldId="{74ccdd0d-bfe2-4801-8811-353872e0dace}" ma:taxonomyMulti="true" ma:sspId="f09ba307-9b72-42df-9c5a-238d93d06413" ma:termSetId="0df0e1fb-5f12-40d3-bfb8-e1ea784ce08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666b187626f44a299a5a170933a6887" ma:index="17" nillable="true" ma:taxonomy="true" ma:internalName="l666b187626f44a299a5a170933a6887" ma:taxonomyFieldName="OwlContentTargetOptionsThree" ma:displayName="Target Three (not in use)" ma:readOnly="false" ma:default="" ma:fieldId="{5666b187-626f-44a2-99a5-a170933a6887}" ma:taxonomyMulti="true" ma:sspId="f09ba307-9b72-42df-9c5a-238d93d06413" ma:termSetId="a91dc752-47a7-459a-ad73-a8d1145ed3aa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668cb59483c4fb59c531d9e76b440c8" ma:index="19" nillable="true" ma:taxonomy="true" ma:internalName="l668cb59483c4fb59c531d9e76b440c8" ma:taxonomyFieldName="OwlContentTargetOptionsFour" ma:displayName="Target Four (not in use)" ma:readOnly="false" ma:default="" ma:fieldId="{5668cb59-483c-4fb5-9c53-1d9e76b440c8}" ma:taxonomyMulti="true" ma:sspId="f09ba307-9b72-42df-9c5a-238d93d06413" ma:termSetId="66c77651-1b4d-402f-a78f-1ea89ad1839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a5622fd9c44415785192be549e96d49" ma:index="21" nillable="true" ma:taxonomy="true" ma:internalName="ha5622fd9c44415785192be549e96d49" ma:taxonomyFieldName="OwlTags" ma:displayName="Tags" ma:default="" ma:fieldId="{1a5622fd-9c44-4157-8519-2be549e96d49}" ma:taxonomyMulti="true" ma:sspId="f09ba307-9b72-42df-9c5a-238d93d06413" ma:termSetId="be7f8e19-e981-45bf-80fb-e62b61b066ae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30e9b1-eeee-4439-af08-5fae092444ea" elementFormDefault="qualified">
    <xsd:import namespace="http://schemas.microsoft.com/office/2006/documentManagement/types"/>
    <xsd:import namespace="http://schemas.microsoft.com/office/infopath/2007/PartnerControls"/>
    <xsd:element name="OwlReviewExpiryDate" ma:index="23" nillable="true" ma:displayName="Review/Expiry Date" ma:format="DateOnly" ma:internalName="OwlReviewExpiryDat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0344ca-c85f-484a-9a12-376f62c230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5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Type" ma:index="26" nillable="true" ma:displayName="Document Type" ma:format="Dropdown" ma:internalName="DocumentType">
      <xsd:simpleType>
        <xsd:restriction base="dms:Text">
          <xsd:maxLength value="255"/>
        </xsd:restriction>
      </xsd:simpleType>
    </xsd:element>
    <xsd:element name="MediaServiceOCR" ma:index="2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3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3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32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f09ba307-9b72-42df-9c5a-238d93d0641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3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3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4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36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278596-3e75-4463-b823-c6fa04269bdb" elementFormDefault="qualified">
    <xsd:import namespace="http://schemas.microsoft.com/office/2006/documentManagement/types"/>
    <xsd:import namespace="http://schemas.microsoft.com/office/infopath/2007/PartnerControls"/>
    <xsd:element name="SharedWithUsers" ma:index="3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3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425ADA3-8A27-4C02-B560-1072CB6C77E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D584D0-00D9-4A9F-A0A4-88F1096C3154}">
  <ds:schemaRefs>
    <ds:schemaRef ds:uri="0f0344ca-c85f-484a-9a12-376f62c230dc"/>
    <ds:schemaRef ds:uri="13097817-0f00-480c-a59b-4690232e5dde"/>
    <ds:schemaRef ds:uri="a730e9b1-eeee-4439-af08-5fae092444ea"/>
    <ds:schemaRef ds:uri="fa278596-3e75-4463-b823-c6fa04269bd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CD055121-B0DE-4B90-98CF-D05DF306CA6E}">
  <ds:schemaRefs>
    <ds:schemaRef ds:uri="0f0344ca-c85f-484a-9a12-376f62c230dc"/>
    <ds:schemaRef ds:uri="13097817-0f00-480c-a59b-4690232e5dde"/>
    <ds:schemaRef ds:uri="a730e9b1-eeee-4439-af08-5fae092444ea"/>
    <ds:schemaRef ds:uri="fa278596-3e75-4463-b823-c6fa04269bd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4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First United PowerPoint Template with Elements Wide Screen 2025</Template>
  <TotalTime>16</TotalTime>
  <Words>24</Words>
  <Application>Microsoft Office PowerPoint</Application>
  <PresentationFormat>Widescreen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Haylie Pearson</dc:creator>
  <cp:lastModifiedBy>Haylie Pearson</cp:lastModifiedBy>
  <cp:revision>2</cp:revision>
  <dcterms:created xsi:type="dcterms:W3CDTF">2026-09-08T16:30:08Z</dcterms:created>
  <dcterms:modified xsi:type="dcterms:W3CDTF">2026-09-08T16:46:55Z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0x01010098009688F1C46A489AEF2469C04FEE4B0100C68A4C083CDDE44D90D89C8D0B958650</vt:lpwstr>
  </property>
  <property fmtid="{D5CDD505-2E9C-101B-9397-08002B2CF9AE}" pid="3" name="OwlContentTargetOptionsFour">
    <vt:lpwstr/>
  </property>
  <property fmtid="{D5CDD505-2E9C-101B-9397-08002B2CF9AE}" pid="4" name="MediaServiceImageTags">
    <vt:lpwstr/>
  </property>
  <property fmtid="{D5CDD505-2E9C-101B-9397-08002B2CF9AE}" pid="5" name="OwlContentTargetOptionsThree">
    <vt:lpwstr/>
  </property>
  <property fmtid="{D5CDD505-2E9C-101B-9397-08002B2CF9AE}" pid="6" name="OwlContentTargetOptionsTwo">
    <vt:lpwstr/>
  </property>
  <property fmtid="{D5CDD505-2E9C-101B-9397-08002B2CF9AE}" pid="7" name="OwlContentTargetOptionsOne">
    <vt:lpwstr/>
  </property>
  <property fmtid="{D5CDD505-2E9C-101B-9397-08002B2CF9AE}" pid="8" name="OwlTags">
    <vt:lpwstr/>
  </property>
  <property fmtid="{D5CDD505-2E9C-101B-9397-08002B2CF9AE}" pid="9" name="OwlDocPortalCategory">
    <vt:lpwstr/>
  </property>
</Properties>
</file>